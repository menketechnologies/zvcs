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rientation" id="{0d40debb-9404-616f-b5cc-fd350270b15b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Locking" id="{11274d4a-4dc8-60d6-d5f5-dc8ba4365f1f}">
          <p14:sldIdLst>
            <p14:sldId id="262"/>
            <p14:sldId id="263"/>
            <p14:sldId id="264"/>
            <p14:sldId id="265"/>
          </p14:sldIdLst>
        </p14:section>
        <p14:section name="Autonomy" id="{2e940533-e734-7225-c49a-281eabe391b0}">
          <p14:sldIdLst>
            <p14:sldId id="266"/>
            <p14:sldId id="267"/>
            <p14:sldId id="268"/>
            <p14:sldId id="269"/>
          </p14:sldIdLst>
        </p14:section>
        <p14:section name="Performance" id="{fc27d8d8-f433-f0f0-7632-a030109c7310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Plugins" id="{68ab0e9d-1f90-5aca-ff96-d39fc2e819ab}">
          <p14:sldIdLst>
            <p14:sldId id="276"/>
            <p14:sldId id="277"/>
            <p14:sldId id="278"/>
            <p14:sldId id="279"/>
            <p14:sldId id="280"/>
          </p14:sldIdLst>
        </p14:section>
        <p14:section name="Docs and tests" id="{3f539025-c64f-28c9-1beb-ac069b115d98}">
          <p14:sldIdLst>
            <p14:sldId id="281"/>
            <p14:sldId id="282"/>
            <p14:sldId id="283"/>
            <p14:sldId id="284"/>
          </p14:sldIdLst>
        </p14:section>
        <p14:section name="Contributing" id="{b2d0facb-87e6-869c-9860-4f22f511c73d}">
          <p14:sldIdLst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contributors. Everything here is from the zvcs README, ZNATIVE.md and DESIGN.md.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zvcs is a from-source VCS, not a wrapper. The git binary discovers and reads the same on-disk .git directory stock git does, so tools already on PATH see identical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README layout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Superset and git-compat verbs share one dispatch table in src/extensions/src/dispatch.rs. The binary is the sole dispatcher, so every invocation can be observed.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gix is built with the blocking-http-transport-reqwest-rust-tls feature so zsync's reconcile fetch runs over HTTPS on a pure-Rust TLS stack, with no curl or openssl C toolchain.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guards index writes with an O_EXCL lockfile. A contended writer does not wait; it fails. Under N agents that is a thundering herd with no fairness.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no daemon the lock falls back to &lt;git_dir&gt;/zvcs-lane.lock held with flock for the whole command. It cannot be a no-op: an index write is a read-modify-write.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contention shapes the lane cannot see are routed to the queue rather than failed.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Line-based over the unix socket ~/.zvcs/zvcs.sock.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autonomy is gated by [zvcs] gitconfig and defaults off, so it runs in the dev environment and nowhere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Typed environment for ref-change hooks, enough for on-commit-in-X-do-Y-in-Z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SQLite ledger and repo index with a daemon-maintained status cache are what let fleet views read with zero walk.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ztrigger watches directories directly through the triggers index, so no git config is involved and startup stays instant however many repos are indexed.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git's diff and log machinery is single-threaded. A blob pair is diffed in isolation and the object store cannot change during a read-only verb, so work is fanned across a pool.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tree pair's change list and per-file tallies are a pure function of two immutable trees. An abbreviation is not, so its key names everything it depends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live in memory-mapped rkyv images under ~/.zvcs/cache, so a hit is a binary search and a slice into the mapping.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gix_zlib::deflate is a transcription of zlib's own deflate.c and trees.c because zlib-rs's match finders produce a valid but different deflate 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Reported as measured: gix's blame walk is slower than git's, so the first blame of a file loses by about 1.7x. The cache turns it around.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bench script runs both binaries interleaved so load moves them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Ported from the zshrs package manager of the same name. Everything is global: one store under $ZVCS_HOME/pkg, no per-project manifest or lockfile.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plugin verb resolves after built-in verbs and aliases and before the git-&lt;verb&gt; PATH lookup, so it wins over a same-named script and cannot shadow a git command by accident.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is loaded until a verb proves to belong to a plugin. Registered verbs are discovered by loading once at install time and recorded in two derived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ZNATIVE.md.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runnable plugins ship in examples/.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 pages come from a table in src/extensions/src/superset/manpage.rs, one source of truth covering every verb in SUPERSET_VERBS, so a verb cannot exist without a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installed directory is found from the man page itself, so no path is compiled in and a host with no git man pages is exactly a host with no git HTML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zsh completion is the stock _git forked with the z* verbs and compiled into the binary. git --list-cmds=&lt;group&gt; answers the groups stock git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autonomy and superset layer is covered by an integration test, and interoperability with stock git is verified by a regression 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smallest thing verifiable against stock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zvcs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zvcs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zvcs_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548640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for developers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3474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engine, daemon and plugins fit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5120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Read DESIGN.md for the architecture and the honest list of partials.</a:t>
            </a:r>
            <a:endParaRPr lang="en-US" sz="24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the project 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overview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zvcs is a from-source VCS, not a wrapper. The git binary discovers and reads the same on-disk .git directory stock git does, so tools already on PATH see identical behaviour.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Vendored gitoxide crates, in tree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One Rust binary named git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Superset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z* verbs for coordination at scale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shim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No fork or exec of stock git; unported commands error terse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this deck covers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agenda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Seven parts.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772400"/>
              </a:tblGrid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Part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Contents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Orientation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Layout, dispatch, build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Locking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Lanes, foreign locks, ref races, wire protocol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Autonomy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Gating, hooks, ledger and status cache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Performance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Pool, caches, precompute, byte-identical output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Plugins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ABI, store, resolution order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Docs and tests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Generated help, parity, interop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Contributing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Where to start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Layout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layout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From the README layout table.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772400"/>
              </a:tblGrid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Path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Contents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src/ported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Vendored gitoxide crates; a self-contained workspace excluded from the root, consumed as a path dependency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src/extensions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The zvcs crate: library plus the git binary; dispatch, porcelain, lock client, config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src/plugin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The znative SDK: stable versioned C ABI, dependency-free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examples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Standalone plugin crates built on install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Two namespaces, one table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dispatch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Superset and git-compat verbs share one dispatch table in src/extensions/src/dispatch.rs. The binary is the sole dispatcher, so every invocation can be observed.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Superset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z* verbs: the novel coordination layer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git-compat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Stock subcommands served via gitoxide, ported incrementally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Built-in verbs, aliases, plugin verbs, then PATH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One stat gates the commands.log hot path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Build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build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gix is built with the blocking-http-transport-reqwest-rust-tls feature so zsync's reconcile fetch runs over HTTPS on a pure-Rust TLS stack, with no curl or openssl C toolchain.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build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PATH="$PWD/target/debug:$PATH"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rev-parse HEAD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Why a daemon lock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lock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Git guards index writes with an O_EXCL lockfile. A contended writer does not wait; it fails. Under N agents that is a thundering herd with no fairness.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repo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One FIFO lane per repository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Unrelated repos never wait on each other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RAII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RepoLock::acquire releases on drop and on socket EOF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Interop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Index writes still go through index.lock via gix-lock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lane file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lock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With no daemon the lock falls back to &lt;git_dir&gt;/zvcs-lane.lock held with flock for the whole command. It cannot be a no-op: an index write is a read-modify-write.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Hazard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Two unserialised writers read the same base index and the loser's change disappears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index.lock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gix-lock takes it with Fail::Immediately, so zvcs holding it would fail its own writer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flock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A killed holder releases instantly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Past the wait budget the command exits non-zero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Foreign holders and ref races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lock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Two contention shapes the lane cannot see are routed to the queue rather than failed.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index.lock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Waits 2 s; ZVCS_INDEX_LOCK_WAIT_MS overrides, 0 disables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held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Submitted as a job that runs on the lane once the lock clears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 race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Loser's compare-and-swap is rejected; queued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loops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job's own re-run never re-queues itself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Wire protocol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protocol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Line-based over the unix socket ~/.zvcs/zvcs.sock.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309360"/>
              </a:tblGrid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1"/>
                          </a:solidFill>
                        </a:rPr>
                        <a:t>Line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1"/>
                          </a:solidFill>
                        </a:rPr>
                        <a:t>Meaning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ACQUIRE &lt;id&gt; &lt;git-dir&gt;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Enqueue on the repo's lane; GRANTED at the head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RELEASE &lt;id&gt;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Holder releases; next waiter granted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SUBMIT &lt;json&gt;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Queue an async job; answered JOB &lt;id&gt;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JOBSTOP, JOBRESTART &lt;id&gt;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Cancel or re-enqueue a job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STATUS, STOP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Snapshot or shut down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Autonomy is gated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autonomy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All autonomy is gated by [zvcs] gitconfig and defaults off, so it runs in the dev environment and nowhere else.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No timers or polling; a ref change fires a notify watch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clobbers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dirty worktree or a diverged or ahead branch is always skipped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Recorded in the ledger and shown on the next git command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daemon never contacts one itself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Hook environment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hooks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Typed environment for ref-change hooks, enough for on-commit-in-X-do-Y-in-Z rules.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126480"/>
              </a:tblGrid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1"/>
                          </a:solidFill>
                        </a:rPr>
                        <a:t>Variable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1"/>
                          </a:solidFill>
                        </a:rPr>
                        <a:t>Meaning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ZVCS_EVENT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commit, checkout, merge, pull, rebase or reset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ZVCS_REPO, ZVCS_GIT_DIR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Which repository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ZVCS_OLD_SHA, ZVCS_NEW_SHA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The ref movement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ZVCS_REF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The ref that moved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Ledger and status cache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ledger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 SQLite ledger and repo index with a daemon-maintained status cache are what let fleet views read with zero walk.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Jobs and the append-only events table; see DESIGN.md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cache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Updated reactively on ref change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ztop, zstatus --all, zdashboard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Pruning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Crawl ends with it; daemon sweeps at startup and hourly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Triggers are separate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triggers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ztrigger watches directories directly through the triggers index, so no git config is involved and startup stays instant however many repos are indexed.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Throttle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Leading-edge, default 500 ms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sh -c with $ZVCS_DIR set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~/.zvcs/fires.log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Caveat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Fires on .git churn and on its own writes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Parallel by default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performance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git's diff and log machinery is single-threaded. A blob pair is diffed in isolation and the object store cannot change during a read-only verb, so work is fanned across a pool.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Cursor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Workers pull from a shared cursor, not fixed slices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One huge rewrite outweighs a hundred small commits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ZVCS_THREADS=1 forces the sequential path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Byte-identical either way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cache key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performance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tree pair's change list and per-file tallies are a pure function of two immutable trees. An abbreviation is not, so its key names everything it depends on.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core.abbrev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The width it resolves to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store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Canonical path and alternates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Pack directories and the loose fan-out directory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A new or pruned object changes the key; another clone never reads this answer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Zero-copy reads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performance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Answers live in memory-mapped rkyv images under ~/.zvcs/cache, so a hit is a binary search and a slice into the mapping.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decoded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No allocation or copy on a hit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A short command pays only for entries it touches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Queued to a writer thread off the critical path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One wait at the end for what the writer has not absorbed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Compression fidelity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performance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gix_zlib::deflate is a transcription of zlib's own deflate.c and trees.c because zlib-rs's match finders produce a valid but different deflate stream.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Packs, bundles, loose objects and diff --binary must be the same bytes git writes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Compression is slower than zlib-ng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Stays on zlib-rs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shows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pack-objects, where zlib is slower than zlib-ng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Cold blame is the exception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performance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Reported as measured: gix's blame walk is slower than git's, so the first blame of a file loses by about 1.7x. The cache turns it around.</a:t>
            </a:r>
            <a:endParaRPr lang="en-US" sz="2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67610"/>
          <a:ext cx="10515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03120"/>
                <a:gridCol w="2103120"/>
                <a:gridCol w="21031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Command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zvcs cold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zvcs warm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git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git log --stat -n 30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121.6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8.2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142.0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git log --stat -n 150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432.2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12.0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544.0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git blame README.md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72.1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10.4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43.7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Reproduce the numbers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performance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 bench script runs both binaries interleaved so load moves them together.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10515600" cy="1513840"/>
          </a:xfrm>
          <a:prstGeom prst="roundRect">
            <a:avLst>
              <a:gd name="adj" fmla="val 724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727960"/>
            <a:ext cx="987552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build --release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scripts/bench.sh /path/to/some/repo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Plugin kinds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Ported from the zshrs package manager of the same name. Everything is global: one store under $ZVCS_HOME/pkg, no per-project manifest or lockfile.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A Rust cdylib compiled against the znative C ABI and loaded with dlopen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A repository of git-&lt;verb&gt; executables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Content-addressed, SHA-256 pinned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Through the binary's own native clone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Resolution order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plugin verb resolves after built-in verbs and aliases and before the git-&lt;verb&gt; PATH lookup, so it wins over a same-named script and cannot shadow a git command by accident.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Built-in verbs and aliases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Plugin verbs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git-&lt;verb&gt; on PATH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git znative itself cannot be overridden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Lazy loading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Nothing is loaded until a verb proves to belong to a plugin. Registered verbs are discovered by loading once at install time and recorded in two derived tables.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Verbs and overrides; deleted rather than written empty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No plugins installed means two failed stats per command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Override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A native plugin may replace a built-in and call the host back for the original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Wrapping git blame without reimplementing it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znative commands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From ZNATIVE.md.</a:t>
            </a:r>
            <a:endParaRPr lang="en-US" sz="2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406640"/>
              </a:tblGrid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Command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What it does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add, load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Install into the store; load is the idempotent bootstrap form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remove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Delete the store copy and drop the index row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list, info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Installed plugins and the full record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update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Re-resolve from the recorded source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gc, clean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Reclaim orphan versions; clear scratch directories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Examples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Three runnable plugins ship in examples/.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3383280" cy="4008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plugin-hello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283464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The minimum, plus a verb override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389120" y="2118360"/>
            <a:ext cx="3383280" cy="4008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2346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plugin-wip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941320"/>
            <a:ext cx="283464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git wip composing add and commit through the host, no fork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7955280" y="2118360"/>
            <a:ext cx="3383280" cy="4008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2346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plugin-todo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2941320"/>
            <a:ext cx="283464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The script kind: a git-todo shell script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Help is generated from tables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docs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Man pages come from a table in src/extensions/src/superset/manpage.rs, one source of truth covering every verb in SUPERSET_VERBS, so a verb cannot exist without a page.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 pages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Written on demand under ~/.zvcs/man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Generated set under ~/.zvcs/share/doc/git-doc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pages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git's installed documentation is used first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Nothing is generated at startup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Where git's own docs are found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docs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installed directory is found from the man page itself, so no path is compiled in and a host with no git man pages is exactly a host with no git HTML pages.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--html-path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help -w status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-c help.htmlpath=/elsewhere help -w status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Completions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docs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zsh completion is the stock _git forked with the z* verbs and compiled into the binary. git --list-cmds=&lt;group&gt; answers the groups stock git does.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completions/_git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Shadowing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Put the directory first on fpath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tables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Generated at build time from each verb's parse_long_opt table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Flag literals, marked approximate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Testing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tests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Each autonomy and superset layer is covered by an integration test, and interoperability with stock git is verified by a regression suite.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Interop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Round-trip read, git fsck, submodule pointer bumps, worktrees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Parity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Cases compare stdout, exit code and resulting repository state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cases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Stock git must still read both finished repositories the same way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docs/port_report.html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Where to start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devs / contributing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Pick the smallest thing verifiable against stock git.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18360"/>
            <a:ext cx="10515600" cy="400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bg2"/>
                </a:solidFill>
              </a:rPr>
              <a:t>Run the parity harness and report any divergence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bg2"/>
                </a:solidFill>
              </a:rPr>
              <a:t>Pick a subcommand whose depth is partial and port its remaining flags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bg2"/>
                </a:solidFill>
              </a:rPr>
              <a:t>Read DESIGN.md for the honest list of partials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bg2"/>
                </a:solidFill>
              </a:rPr>
              <a:t>Review the lane lock and wire protocol for races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bg2"/>
                </a:solidFill>
              </a:rPr>
              <a:t>Write a native plugin from examples/plugin-hello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zvcs_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548640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60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github.com/MenkeTechnologies/zvcs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shrs talk">
  <a:themeElements>
    <a:clrScheme name="zshrs talk">
      <a:dk1>
        <a:srgbClr val="05050A"/>
      </a:dk1>
      <a:lt1>
        <a:srgbClr val="0D0A1E"/>
      </a:lt1>
      <a:dk2>
        <a:srgbClr val="11112A"/>
      </a:dk2>
      <a:lt2>
        <a:srgbClr val="E6F4FF"/>
      </a:lt2>
      <a:accent1>
        <a:srgbClr val="05D9E8"/>
      </a:accent1>
      <a:accent2>
        <a:srgbClr val="05D9E8"/>
      </a:accent2>
      <a:accent3>
        <a:srgbClr val="FF2A6D"/>
      </a:accent3>
      <a:accent4>
        <a:srgbClr val="D300C5"/>
      </a:accent4>
      <a:accent5>
        <a:srgbClr val="9A9AB8"/>
      </a:accent5>
      <a:accent6>
        <a:srgbClr val="6A6A8C"/>
      </a:accent6>
      <a:hlink>
        <a:srgbClr val="05D9E8"/>
      </a:hlink>
      <a:folHlink>
        <a:srgbClr val="9A9AB8"/>
      </a:folHlink>
    </a:clrScheme>
    <a:fontScheme name="zshrs ta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zvcs for developers</dc:title>
  <dc:subject>PptxGenJS Presentation</dc:subject>
  <dc:creator>PptxGenJS</dc:creator>
  <cp:lastModifiedBy>PptxGenJS</cp:lastModifiedBy>
  <cp:revision>1</cp:revision>
  <dcterms:created xsi:type="dcterms:W3CDTF">2026-10-10T00:47:21Z</dcterms:created>
  <dcterms:modified xsi:type="dcterms:W3CDTF">2026-10-10T00:47:21Z</dcterms:modified>
</cp:coreProperties>
</file>