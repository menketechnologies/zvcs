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f6e1b29-062e-c817-d794-aab6d43dd7a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hy" id="{9f4de5be-8a93-4cfa-a464-4298a5b2110e}">
          <p14:sldIdLst>
            <p14:sldId id="265"/>
            <p14:sldId id="266"/>
            <p14:sldId id="267"/>
          </p14:sldIdLst>
        </p14:section>
        <p14:section name="Speed" id="{50e97e23-35f7-e5ce-2dca-432dcceb3e02}">
          <p14:sldIdLst>
            <p14:sldId id="268"/>
            <p14:sldId id="269"/>
            <p14:sldId id="270"/>
            <p14:sldId id="271"/>
            <p14:sldId id="272"/>
          </p14:sldIdLst>
        </p14:section>
        <p14:section name="Fleet" id="{9e596ac8-57c9-cae9-92ee-069f1c8edfab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Daemon" id="{9193837e-9d8b-fb80-2439-5a61d1235eb4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Extend" id="{e13ae263-e0c5-fd54-53a3-a668728a5560}">
          <p14:sldIdLst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Reference" id="{fa1d553e-2c41-7c36-7d46-1d1db2831097}">
          <p14:sldIdLst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people who drive many git repositories, especially submodule trees under automated agents. Everything here is a command or setting from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zvcs is a git-shadowing superset VCS. It ships a single Rust binary named git that shadows stock git on PATH and serves subcommands natively through vendored gitoxide crates, with no fork or exec of stock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superset verb closes one reproducible stock-git failure mode of driving a meta-repo of submodules under many concurrent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Homebrew installs the binary as zvcs, so it never clobbers the git formula. Shadowing is opt-in and zshadow is the whole opt-in.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binary is named git and shadows stock git, so put the build directory first 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zshadow installs the permanent shadow and prints three shell lines that activate it. stdout is shell code only; the summary goes to stderr.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stdout is shell code only, so the same output both evals and pastes.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zdoctor is an environment health check: git shadow on PATH, the daemon, the ledger, man pages, MANPATH, dashed forms and the installed completion. It prints OK, WARN or FAIL and exits non-zero on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compatibility is tracked as two numbers because a subcommand that dispatches is not thereby correct. Parity is the one that matters and the work that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subcommands name the missing substrate instead of pretending. The argument surface is still git's, ported from the stock Perl and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gix_zlib::deflate is a transcription of zlib's own deflate.c and trees.c, so a packfile, bundle, loose object or diff --binary payload is the same bytes git would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repository, same commands, same machine, interleaved in one run. zshrs repository, 6,376 commits, stock git 2.50.1, 18 cores, 12 runs after 3 warmups, release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run. The machine was busy (load about 17 to 20), which compresses zvcs's lead rather than git's.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is ordinary optimisation. The other two use things git cannot do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means the cache is deleted before every run, the worst case, not one a running daemon leaves you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daemon warms the newest commits on every ref change. zprecache does the same pass on demand: 150 commits in 0.52 s in the README's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coordination layer. Each is fast-forward only and skips a dirty worktree.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zstash parks uncommitted work across every dirty repo as one named unit. A repo whose HEAD moved is reported and its stash kept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zreindex crawls for git repositories and records them in the ledger, pruning ones deleted from disk. At a terminal it runs async by default; piped it runs inline so the summary stays on stdout.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 [selectors] grammar the fleet verbs accept. Selectors are 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Native, fork-free reads fanned across every indexed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 git operation across every indexed repo in parallel through this binary's own porcelain.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Scans and checks that exit non-zero on findings, so they drop into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zremote rewrites remote URLs fleet-wide and zrollback undoes the last mutating op across the fleet. zrollback is a dry run unless you pass --apply, and skips dirty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 points and isolation across the whole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read the daemon-maintained status cache each frame with no live walk, so they stay responsive across thousands of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zdaemon is one machine-wide daemon with state under ~/.zvcs and a socket at ~/.zvcs/zvcs.sock. It is reactive: no timers, no polling. It never contacts a remote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lock is per repo: unrelated repos run fully in parallel and only writers to the same repo serialise, first come first 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autonomy is gated by [zvcs] gitconfig and defaults off. Stock git ignores the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zconfig toggles the daemon's feature switches from the CLI instead of editing ~/.gitconfig, and reloads a running daemon so the change takes effect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zcommit and zpush submit fire-and-forget jobs to the daemon with a network-free pre-flight and return a job number. They fall back to synchronous execution when no daemon is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Advisory per-repo leases and messaging keep agents from colliding.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ztrigger watches any directory, a git repo or not, and runs a command on any file change with a leading-edge throttle. Fires are logged to ~/.zvcs/fires.log.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zsched is cron for the tree: the daemon reads the schedule each tick and fires commands on an interval. zhook manages a repo's ref-change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zintercept registers before, after or around advice on git commands, ported from zshrs. The advice sees INTERCEPT_NAME, INTERCEPT_ARGS and INTERCEPT_CMD, plus INTERCEPT_STATUS and INTERCEPT_MS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zguard, also zpolicy, is declarative fleet-wide command policy: refuse or warn on a matching git command before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znative installs plugins that add subcommands to this binary from one content-addressed store under $ZVCS_HOME/pkg. Installing needs no second VCS: the clone runs through the binary's own native 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plugin verb resolves after built-in verbs and aliases and before the git-&lt;verb&gt; PATH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zrepl runs every line as git &lt;line&gt;, so the z* verbs and all git-compat porcelain work alike. On a tty it shows a stats banner and Tab-completes every verb, with persistent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zverbs lists every extension verb with its usage and every verb also answers -h. git help &lt;zverb&gt; opens a generated man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verbs are pipe-clean: one path per line for zrepos, and structured output for the query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people can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Daemon and autonomy.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Repost of the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vcs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for users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git, shadowed and superset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One Rust binary named git.</a:t>
            </a:r>
            <a:endParaRPr lang="en-US" sz="26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5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zvcs is a git-shadowing superset VCS. It ships a single Rust binary named git that shadows stock git on PATH and serves subcommands natively through vendored gitoxide crates, with no fork or exec of stock git.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binary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Named git; reads the same .git directories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gitoxide crates, no stock git underneath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Over a hundred z* coordination verbs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642235"/>
            <a:ext cx="2491740" cy="34842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8708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465195"/>
            <a:ext cx="1943100" cy="2432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An unported subcommand errors terse rather than falling through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problem it solves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Each superset verb closes one reproducible stock-git failure mode of driving a meta-repo of submodules under many concurrent agents.</a:t>
            </a:r>
            <a:endParaRPr lang="en-US" sz="2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5212080"/>
              </a:tblGrid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Stock git failure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zvcs answer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index.lock contention: a contended writer fails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zdaemon: a per-repo FIFO lock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Detached HEAD after submodule update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zsync and attach-scan reconcile to mainline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Constant (new commits) markers, stale pointers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zbump and autobump: forward-only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Agents colliding on one shared tree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zworktree: private object-sharing trees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Seven parts.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3816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Start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What it is, install, shadowing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Why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The failure modes and the honest status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Speed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Benchmarks and where the speed comes from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Fleet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Verbs across every indexed repo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Daemon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Locks, autonomy, triggers, jobs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Extend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AOP, policy, plugins, console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Reference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Config keys, cheat sheets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Homebrew installs the binary as zvcs, so it never clobbers the git formula. Shadowing is opt-in and zshadow is the whole opt-in.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menketechnologies/menketech/zvcs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zshadow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"$(zvcs zshadow)"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12410"/>
            <a:ext cx="10515600" cy="81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Re-run zvcs zshadow after brew upgrade so the git symlink follows the new build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From source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binary is named git and shadows stock git, so put the build directory first on PATH.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997200"/>
          </a:xfrm>
          <a:prstGeom prst="roundRect">
            <a:avLst>
              <a:gd name="adj" fmla="val 366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https://github.com/MenkeTechnologies/zvcs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zvcs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PATH="$PWD/target/debug:$PATH"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rev-parse HEAD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zshadow installs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shadow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zshadow installs the permanent shadow and prints three shell lines that activate it. stdout is shell code only; the summary goes to stderr.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~/.zvcs/bin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git symlink and git-&lt;verb&gt; dashed links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~/.zvcs/man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 man page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share/doc/git-doc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HTML documentation set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forked zsh _git with the z* verbs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zshadow modes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shadow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stdout is shell code only, so the same output both evals and pastes.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zshadow                 # install, then print the lines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"$(git zshadow)"       # and apply them to this shell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zshadow --print --all   # print without installing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zdoctor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doctor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zdoctor is an environment health check: git shadow on PATH, the daemon, the ledger, man pages, MANPATH, dashed forms and the installed completion. It prints OK, WARN or FAIL and exits non-zero on FAIL.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985520"/>
          </a:xfrm>
          <a:prstGeom prst="roundRect">
            <a:avLst>
              <a:gd name="adj" fmla="val 1113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49700"/>
            <a:ext cx="10515600" cy="217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Exit status makes it usable as a gate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Coverage versus parity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status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Git compatibility is tracked as two numbers because a subcommand that dispatches is not thereby correct. Parity is the one that matters and the work that remains.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 subcommand stock git ships is dispatched natively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Cases whose stdout, exit code and repository state match stock git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Varies per subcommand: some byte-faithful, some common flags only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docs/port_report.html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Skeletons say 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status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few subcommands name the missing substrate instead of pretending. The argument surface is still git's, ported from the stock Perl and Python.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SCMs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p4, cvsimport, cvsserver, cvsexportcommit, archimport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 gitoxide backing to port onto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Usage, options and exit codes answer as stock does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Only the part needing a foreign server refuses, by name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Compression is byte-identical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status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gix_zlib::deflate is a transcription of zlib's own deflate.c and trees.c, so a packfile, bundle, loose object or diff --binary payload is the same bytes git would write.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3383280" cy="3293745"/>
          </a:xfrm>
          <a:prstGeom prst="roundRect">
            <a:avLst>
              <a:gd name="adj" fmla="val 333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283464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Two clones of one history agree on disk, not only on object ids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4389120" y="2832735"/>
            <a:ext cx="3383280" cy="3293745"/>
          </a:xfrm>
          <a:prstGeom prst="roundRect">
            <a:avLst>
              <a:gd name="adj" fmla="val 333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306133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655695"/>
            <a:ext cx="283464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Stays on zlib-rs, where output is fixed by the format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7955280" y="2832735"/>
            <a:ext cx="3383280" cy="3293745"/>
          </a:xfrm>
          <a:prstGeom prst="roundRect">
            <a:avLst>
              <a:gd name="adj" fmla="val 333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3061335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655695"/>
            <a:ext cx="283464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Confined to compression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Same repository, same commands, same machine, interleaved in one run. zshrs repository, 6,376 commits, stock git 2.50.1, 18 cores, 12 runs after 3 warmups, release build.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2735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zvcs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Ratio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git log --stat -n 30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8.3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133.2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16.05x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git status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20.0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207.4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10.37x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git blame README.md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8.4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38.2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4.55x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git log -S return --format=%H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1.858 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6.679 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3.59x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9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git log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22.3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73.9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3.31x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Benchmarks, smaller wins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same run. The machine was busy (load about 17 to 20), which compresses zvcs's lead rather than git's.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zvcs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Ratio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 log --oneline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20.5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65.8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3.21x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 log -p -n 20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35.7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66.4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1.86x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 cat-file -p HEAD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8.0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12.5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1.56x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 ls-files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8.3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11.2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1.35x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 diff --stat HEAD~5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28.4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33.9 ms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1.19x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the speed comes from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Only the first is ordinary optimisation. The other two use things git cannot do at all.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Diff and log machinery fanned across a worker pool; ZVCS_THREADS=1 forces sequential, byte-identical output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8912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cache that remembers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Answers live in memory-mapped rkyv images under ~/.zvcs/cache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95528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daemon that precomputes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zvcs.precache warms caches when refs move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Cold versus warm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Cold means the cache is deleted before every run, the worst case, not one a running daemon leaves you in.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103120"/>
                <a:gridCol w="21031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cold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zvcs warm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git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30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121.6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8.2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142.0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log --stat -n 150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432.2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544.0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git blame README.md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72.1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10.4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43.7 ms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Precompute on demand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daemon warms the newest commits on every ref change. zprecache does the same pass on demand: 150 commits in 0.52 s in the README's run.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432560"/>
          </a:xfrm>
          <a:prstGeom prst="roundRect">
            <a:avLst>
              <a:gd name="adj" fmla="val 7660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zprecache -n 150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zvcs.precache false   # stop precomputing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Coordination verbs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coordination layer. Each is fast-forward only and skips a dirty worktree.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58952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Verb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zsync [paths]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Reconcile submodules to origin/main, else origin/master; HEAD stays attached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zbump [paths]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Advance the parent gitlink on fast-forward only, then commit the bumps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zup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Bring the top repo and every nested submodule to latest origin/main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zattach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Put every detached-HEAD repo back on its mainline branch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Stash across the tree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zstash parks uncommitted work across every dirty repo as one named unit. A repo whose HEAD moved is reported and its stash kept intact.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zstash [name]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Park work in every dirty repo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zunstash [name]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Restore, LIFO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zstashes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List them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repo index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zreindex crawls for git repositories and records them in the ledger, pruning ones deleted from disk. At a terminal it runs async by default; piped it runs inline so the summary stays on stdout.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66085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zreindex [--sync|--async] [paths]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zrepos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25645"/>
            <a:ext cx="10515600" cy="1600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The walk is parallel and skips mounts that would hang a whole-device scan</a:t>
            </a:r>
            <a:endParaRPr lang="en-US" sz="2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The daemon prunes at startup and hourly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Selectors and fan-out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shared [selectors] grammar the fleet verbs accept. Selectors are ANDed.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67512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Selector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Matches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 bare path pattern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Repos whose path matches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--dirty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Repos with uncommitted changes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--ahead, --behind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Repos ahead of or behind upstream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--claimed, --session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Repos held by a claim or a session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zforeach [sel] -- cmd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Runs a command across the matches in parallel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Parallel queries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Native, fork-free reads fanned across every indexed repo.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zheads, zdirty, zbranches, ztags, zremotes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and age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zsize, zage, zcommits, zpristine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Divergence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zahead, zbehind, zunpushed, zunpulled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zauthors, zhot, zconflicts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Mutations across the fleet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Run a git operation across every indexed repo in parallel through this binary's own porcelain.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zfetch, zpull, zpushall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zgc, zfsck, zprune, zclean -f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and tags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zcheckout &lt;branch&gt;, ztagall &lt;tag&gt;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zcommitall -m &lt;msg&gt;, zreview to see it first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Security and audit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Scans and checks that exit non-zero on findings, so they drop into a gate.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zscan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Parallel secret scan of tracked content: AWS, GitHub, Slack, Google, JWT, PEM keys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zsigs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Flags unsigned, bad or unverifiable HEAD commits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zaudit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Queryable audit trail over the command log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zconflicts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Conflicts across the tree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Remotes and rollback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zremote rewrites remote URLs fleet-wide and zrollback undoes the last mutating op across the fleet. zrollback is a dry run unless you pass --apply, and skips dirty repos.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zremote set &lt;old&gt; &lt;new&gt; -n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zrollback --steps 1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zrollback --steps 1 --apply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Snapshots and worktrees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Restore points and isolation across the whole tree.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Verb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zsnapshot &lt;name&gt;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Record HEAD of the repo and every nested submodule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zrestore &lt;name&gt;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Reset the tree to it; keeps untracked files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zworktree add &lt;name&gt;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Private object-sharing worktree at ~/.zvcs/worktrees/&lt;name&gt;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zworktree list, remove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Manage them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Live monitoring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fleet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These read the daemon-maintained status cache each frame with no live walk, so they stay responsive across thousands of repos.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ztop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htop-style monitor; 31 colourschemes with a live picker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zcommands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Live feed of every git command run across the fleet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zevents (ztail)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Commits, reconciles and status changes as one feed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zdashboard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One-screen health summary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daemon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daemon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zdaemon is one machine-wide daemon with state under ~/.zvcs and a socket at ~/.zvcs/zvcs.sock. It is reactive: no timers, no polling. It never contacts a remote itself.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82800"/>
          </a:xfrm>
          <a:prstGeom prst="roundRect">
            <a:avLst>
              <a:gd name="adj" fmla="val 526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start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status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ping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log -f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89855"/>
            <a:ext cx="10515600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Also stop, restart, reload and info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Log lines open with a local RFC-3339 stamp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fair lock per repo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daemon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lock is per repo: unrelated repos run fully in parallel and only writers to the same repo serialise, first come first served.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Automatic on drop and on socket EOF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daemon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Falls back to a lane file under flock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Foreign lock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Waits out a stock-git index.lock for 2 seconds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 race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Routed to the queue, not failed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Autonomy settings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autonomy is gated by [zvcs] gitconfig and defaults off. Stock git ignores the keys.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Key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Effect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autoreconcile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Reconcile clean submodules to origin/main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autobump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Forward-only pointer bumps with a commit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autocrawl, crawlroots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Background repo-index crawl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autostatus, statusinterval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Keep status current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watchmru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File-watch the N most recent repos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precache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Precompute log caches on ref change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zconfig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autonomy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zconfig toggles the daemon's feature switches from the CLI instead of editing ~/.gitconfig, and reloads a running daemon so the change takes effect at once.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 autobump 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 all off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215"/>
            <a:ext cx="10515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Autonomy skips a dirty worktree or a diverged or ahead branch, always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Async jobs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jobs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zcommit and zpush submit fire-and-forget jobs to the daemon with a network-free pre-flight and return a job number. They fall back to synchronous execution when no daemon is running.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137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zcommit &lt;paths&gt; -m &lt;msg&gt; --push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zjobs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zjob &lt;id&gt;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zjob stop &lt;id&gt;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Multi-agent coordination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agents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Advisory per-repo leases and messaging keep agents from colliding.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zclaim, zunclaim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Take and release a per-repo lease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zwho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Who holds what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zbroadcast, zhandoff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Messages and claim hand-off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zpin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Freeze a repo from autonomy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Triggers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triggers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ztrigger watches any directory, a git repo or not, and runs a command on any file change with a leading-edge throttle. Fires are logged to ~/.zvcs/fires.log.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489200"/>
          </a:xfrm>
          <a:prstGeom prst="roundRect">
            <a:avLst>
              <a:gd name="adj" fmla="val 440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~/src/api 'make test'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~/logs 'reload' --throttle 2s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list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ztrigger tail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96255"/>
            <a:ext cx="10515600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Default throttle is 500 ms; 0 disables it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Scheduler and hooks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triggers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zsched is cron for the tree: the daemon reads the schedule each tick and fires commands on an interval. zhook manages a repo's ref-change hook.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zsched add 5m -- git zpull --dirty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zsched list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zhook set /abs/on-change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4090"/>
            <a:ext cx="10515600" cy="134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Hooks get ZVCS_EVENT, ZVCS_REPO, ZVCS_GIT_DIR, ZVCS_OLD_SHA, ZVCS_NEW_SHA, ZVCS_REF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AOP interception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intercept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zintercept registers before, after or around advice on git commands, ported from zshrs. The advice sees INTERCEPT_NAME, INTERCEPT_ARGS and INTERCEPT_CMD, plus INTERCEPT_STATUS and INTERCEPT_MS after.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zintercept before commit -- 'echo about to commit'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zintercept after '*' -- 'echo status=$INTERCEPT_STATUS'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zintercept list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1540"/>
            <a:ext cx="10515600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Registrations persist to $ZVCS_HOME/intercepts.tsv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Policy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policy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zguard, also zpolicy, is declarative fleet-wide command policy: refuse or warn on a matching git command before it runs.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zguard deny 'push*--force*'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zguard warn &lt;pattern&gt; --when &lt;pred&gt;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770"/>
            <a:ext cx="10515600" cy="187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The veto evolution of zintercept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Plugins with znative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znative installs plugins that add subcommands to this binary from one content-addressed store under $ZVCS_HOME/pkg. Installing needs no second VCS: the clone runs through the binary's own native clone.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znative add MenkeTechnologies/zvcs-hello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hello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78020"/>
            <a:ext cx="10515600" cy="164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Native plugin: a Rust cdylib loaded with dlopen</a:t>
            </a:r>
            <a:endParaRPr lang="en-US" sz="2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Script plugin: a repo of git-&lt;verb&gt; executables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 rules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plugin verb resolves after built-in verbs and aliases and before the git-&lt;verb&gt; PATH lookup.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owner/repo, github:owner/repo, git+URL, path:DIR, optional @ref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Each install is SHA-256 pinned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native plugin can wrap an existing verb and call the original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machine with no plugins pays two failed stats per command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console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console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zrepl runs every line as git &lt;line&gt;, so the z* verbs and all git-compat porcelain work alike. On a tty it shows a stats banner and Tab-completes every verb, with persistent history.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137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zrepl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zbanner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73270"/>
            <a:ext cx="10515600" cy="155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Shell builtins zcd, zpwd, zls, zenv, zunset, zecho, zmkdir, ztouch, zrm, zcp, zmv, zcat, zln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zls shows a two-column git status like eza --git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and discovery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help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zverbs lists every extension verb with its usage and every verb also answers -h. git help &lt;zverb&gt; opens a generated man page.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zverbs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help zsync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help -w zsync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git-zsync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12410"/>
            <a:ext cx="10515600" cy="81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git zshadow writes all pages up front so man git-&lt;verb&gt; resolves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Scripting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scripting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Read verbs are pipe-clean: one path per line for zrepos, and structured output for the query verbs.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zrepos | xargs -n1 basename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zstatus --all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zdirty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Cheat sheet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cheat-sheet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page people can photograph.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708400"/>
          </a:xfrm>
          <a:prstGeom prst="roundRect">
            <a:avLst>
              <a:gd name="adj" fmla="val 295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zshadow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zup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zsync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zbump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zstatus --all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ztop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zforeach --dirty -- git status -s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zsnapshot before-change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zworktree add agent1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Cheat sheet: daemon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cheat-sheet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Daemon and autonomy.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728720"/>
          </a:xfrm>
          <a:prstGeom prst="roundRect">
            <a:avLst>
              <a:gd name="adj" fmla="val 29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27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start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zconfig autobump on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zjobs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zclaim .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zwho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zdaemon log -f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again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users / install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10515600" cy="2245360"/>
          </a:xfrm>
          <a:prstGeom prst="roundRect">
            <a:avLst>
              <a:gd name="adj" fmla="val 488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965960"/>
            <a:ext cx="9875520" cy="178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menketechnologies/menketech/zvcs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zvcs zshadow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"$(zvcs zshadow)"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zdoctor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vcs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github.com/MenkeTechnologies/zvcs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zvcs for users</dc:title>
  <dc:subject>PptxGenJS Presentation</dc:subject>
  <dc:creator>PptxGenJS</dc:creator>
  <cp:lastModifiedBy>PptxGenJS</cp:lastModifiedBy>
  <cp:revision>1</cp:revision>
  <dcterms:created xsi:type="dcterms:W3CDTF">2026-10-10T00:47:18Z</dcterms:created>
  <dcterms:modified xsi:type="dcterms:W3CDTF">2026-10-10T00:47:18Z</dcterms:modified>
</cp:coreProperties>
</file>