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28831b1-6d1f-594f-467e-f3c1c18b9e0c}">
          <p14:sldIdLst>
            <p14:sldId id="256"/>
            <p14:sldId id="257"/>
            <p14:sldId id="258"/>
          </p14:sldIdLst>
        </p14:section>
        <p14:section name="Problem" id="{e659ebb5-b695-bc8c-a9af-845499c16a42}">
          <p14:sldIdLst>
            <p14:sldId id="259"/>
            <p14:sldId id="260"/>
            <p14:sldId id="261"/>
            <p14:sldId id="262"/>
          </p14:sldIdLst>
        </p14:section>
        <p14:section name="Architecture" id="{9a5313e3-cf75-2852-108c-a1a19851a448}">
          <p14:sldIdLst>
            <p14:sldId id="263"/>
            <p14:sldId id="264"/>
            <p14:sldId id="265"/>
          </p14:sldIdLst>
        </p14:section>
        <p14:section name="Daemon" id="{f0cc4014-35f0-eb5e-3f4c-0a349de38bea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Autonomy" id="{02de4f52-231a-61cc-940c-d48f230dba06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State" id="{4796f864-f45f-ec54-d049-8773b93dd768}">
          <p14:sldIdLst>
            <p14:sldId id="278"/>
            <p14:sldId id="279"/>
            <p14:sldId id="280"/>
            <p14:sldId id="281"/>
            <p14:sldId id="282"/>
          </p14:sldIdLst>
        </p14:section>
        <p14:section name="Fleet" id="{588a090e-5339-01aa-fae5-ab8a10a88c3a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Speed" id="{ac5a7047-77fd-ead8-9654-95a84e85d109}">
          <p14:sldIdLst>
            <p14:sldId id="291"/>
            <p14:sldId id="292"/>
            <p14:sldId id="293"/>
            <p14:sldId id="294"/>
          </p14:sldIdLst>
        </p14:section>
        <p14:section name="Plugins" id="{fbe8cf15-d703-3fe6-dbd7-bb27d671ce29}">
          <p14:sldIdLst>
            <p14:sldId id="295"/>
            <p14:sldId id="296"/>
            <p14:sldId id="297"/>
          </p14:sldIdLst>
        </p14:section>
        <p14:section name="Take-away" id="{45bfe3ce-ad81-92e0-f583-c7e3b8d324c1}">
          <p14:sldIdLst>
            <p14:sldId id="298"/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presentation about a git-shadowing superset VCS: one Rust binary named git, built on gitoxide, with a coordination daemon for a meta-repo of submodules driven by many concurrent agents. If you want to try it during the talk, the install is on slide 3 and repeats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first, then the architecture and the daemon. Autonomy, state and the fleet layer follow. Speed and plugins come last, with the install and how to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Homebrew installs the binary as zvcs, so it never clobbers the git formula. Shadowing is opt-in. This slide is repeated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target is one meta repository that is a shell of about 162 git submodules, some nested one level deeper, worked by about 16 concurrent CLI agents launched from the meta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guards index writes with an O_EXCL lockfile that fails fast. A contended writer does not queue; it dies. Long hold times times fail-fast times many writers is constant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moment an agent commits in a submodule, the parent's recorded gitlink is stale. That is a purely local comparison, and the marker persists until the parent commits the new gitlink.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submodule update leaves every submodule on a detached HEAD. Committing there orphans the work, so each agent must stash, checkout -B main origin/main, and pop, in every submodule, every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 1 is faithful git subcommands, synchronous. Layer 2 is the z* superset verbs plus the singleton daemon.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README layout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git binary reads the same on-disk .git directory stock git does, so tools on PATH see identical behaviour. An unported subcommand errors terse rather than falling through to stock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always-on process with state under ~/.zvcs replaces a previous per-repo daemon that had no reaper and multiplied immortal processes. The socket is ~/.zvcs/zvcs.sock.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timers and no polling: everything is reactive.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Line-framed over the unix socket. The client id comes first; the repo key is the second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client-side wrappers over STATUS and STOP plus the pid file, so there are no new wire verbs.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submodule is its own repository with its own index and its own index.lock, so a commit inside one touches only its index: about 162 independent FIFO lanes, fully parallel.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zvcs fairness is the daemon FIFO. Interop with stock git and IDEs is layered above the index writer.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daemon watches local files only and reacts. GitHub is never contacted by the daemon. A git pull run by an agent updates local refs, which fires the watcher.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daemon guarantees every submodule is attached to main. A clean repo gets a full reconcile; a dirty one gets an in-place attach that is a pure ref 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submodule HEAD move, debounced and coalesced, the daemon bumps the parent gitlink to the submodule's local HEAD and commits it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Reactive reconcile uses the remote-tracking ref a local fetch already updated. There is no autopush: the operator controls all pushes.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autonomy is gated by [zvcs] gitconfig and defaults off. Stock git ignores the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zconfig toggles the daemon's switches from the CLI and reloads a running daemon so the change takes effect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Bundled SQLite in WAL mode, for cross-arch reproducibility on macOS aarch64 and Linux x86_64 and aarch64. The daemon's DB-writer thread is the sole writer.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 diffs, blames and abbreviations are pure functions of the inputs their key names. No event can invalidate an entry, because an entry whose inputs changed is found under a different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crawler discovers .git directories and the meta repo's own submodule walk feeds the index. Discovery is additive, so it is paired with a prune.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zcommit and zpush submit fire-and-forget jobs to the daemon. A bounded worker pool executes them and a push pre-flight refuses a non-fast-forward before enqueue.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Headless failures are recorded to the ledger and delivered on your next git command, scoped to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is fast-forward only and skips a dirty worktree.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shared [selectors] grammar the fleet verbs accept, ANDed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name covers every repo in the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zworktree add gives each agent a complete, object-sharing worktree of the repo and all nested submodules at ~/.zvcs/worktrees/&lt;name&gt;, each on a zwt/&lt;name&gt; branch. No re-clone.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Advisory per-repo leases, race-safe through the database primary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read the daemon-maintained status cache, so a frame is not a live walk.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ztrigger watches any directory, git repo or not, and runs a command on any file change. One file action emits several events, so a leading-edge throttle collapses a save into one fire.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git invocation passes through the one binary, so advice and policy can wrap any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repository, same commands, same machine, interleaved in one run. zshrs repository with 6,376 commits, stock git 2.50.1, 18 cores, release build, machine busy.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first is ordinary optimisation.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 means the cache is deleted before every run, which is the worst case and not what a running daemon leaves you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Speed must not change bytes. Compression is a transcription of zlib's deflate, and ZVCS_THREADS=1 produces byte-identical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Ported from the zshrs package manager of the same name. One content-addressed store under $ZVCS_HOME/pkg, no per-project manifest, two kinds.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plugin verb resolves after built-ins and aliases and before the PATH lookup, so it cannot shadow a git command by accident.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runnable plugins ship in examples/.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and in active development. Coverage means a subcommand is dispatched natively; parity means its output and repository state match stock git. Parity is the number that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smallest thing verifiable against stock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Repost of the install, as promised.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Comparisons with stock git and its limits come up here, only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zvcs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zvcs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zvcs_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57200"/>
            <a:ext cx="4389120" cy="131673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brew install menketechnologies/menketech/zvcs</a:t>
            </a:r>
            <a:endParaRPr lang="en-US" sz="18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git that coordinates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One Rust binary, many agents, no index.lock failures.</a:t>
            </a:r>
            <a:endParaRPr lang="en-US" sz="24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this talk covers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agenda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problem first, then the architecture and the daemon. Autonomy, state and the fleet layer follow. Speed and plugins come last, with the install and how to help.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Three structural pains of a many-agent submodule repo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Daemon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Fair locks, reactive autonomy, a ledger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Verbs across every indexed repo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Benchmarks and why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Install it now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install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Homebrew installs the binary as zvcs, so it never clobbers the git formula. Shadowing is opt-in. This slide is repeated at the end.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2570480"/>
          </a:xfrm>
          <a:prstGeom prst="roundRect">
            <a:avLst>
              <a:gd name="adj" fmla="val 4269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211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menketechnologies/menketech/zvcs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zshadow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 "$(zvcs zshadow)"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zdoctor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workload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problem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target is one meta repository that is a shell of about 162 git submodules, some nested one level deeper, worked by about 16 concurrent CLI agents launched from the meta root.</a:t>
            </a:r>
            <a:endParaRPr lang="en-US" sz="2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832735"/>
          <a:ext cx="10515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6858000"/>
              </a:tblGrid>
              <a:tr h="658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Fact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Value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Submodules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About 162, some nested one level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Agents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About 16 concurrent CLI agents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Launch point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The meta root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Typical work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One agent per submodule, with cross-submodule work common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Pain 1: index.lock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problem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Git guards index writes with an O_EXCL lockfile that fails fast. A contended writer does not queue; it dies. Long hold times times fail-fast times many writers is constant failure.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Mechanism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lockfile is also the scratch file for the new index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fatal: Unable to create '.git/index.lock': File exists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thundering herd of retries with no fairness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zdaemon: a FIFO lane per repo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Pain 2: the (new commits) marker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problem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9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The moment an agent commits in a submodule, the parent's recorded gitlink is stale. That is a purely local comparison, and the marker persists until the parent commits the new gitlink.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Submodule HEAD against the gitlink in the parent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None involved in detecting or fixing it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Only moves it from unstaged to staged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zbump and autobump, committed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Pain 3: the detached-HEAD dance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problem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9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git submodule update leaves every submodule on a detached HEAD. Committing there orphans the work, so each agent must stash, checkout -B main origin/main, and pop, in every submodule, every session.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2689860"/>
            <a:ext cx="2491740" cy="34366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9184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Hazard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512820"/>
            <a:ext cx="19431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Committing on a detached HEAD is silent data loss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689860"/>
            <a:ext cx="2491740" cy="34366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9184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512820"/>
            <a:ext cx="19431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Repeated by every agent in every submodule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689860"/>
            <a:ext cx="2491740" cy="34366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9184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512820"/>
            <a:ext cx="19431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zsync and the attach-scan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689860"/>
            <a:ext cx="2491740" cy="34366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9184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512820"/>
            <a:ext cx="19431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Agents never meet a detached HEAD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Two layers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architecture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Layer 1 is faithful git subcommands, synchronous. Layer 2 is the z* superset verbs plus the singleton daemon.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Git-compat porcelain on gitoxide; semantics never change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z* verbs: coordination, fleet, autonomy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Daemon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One machine-wide process under ~/.zvcs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Opt-in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Async behaviour lives only behind z verbs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Repository layout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layout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From the README layout table.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772400"/>
              </a:tblGrid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Path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Contents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src/ported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Vendored gitoxide crates, a self-contained workspace consumed as a path dependency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src/extensions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The zvcs crate: library plus the git binary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src/plugin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The znative SDK: a stable, dependency-free C ABI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examples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Plugin crates built on install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Not a wrapper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architecture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4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The git binary reads the same on-disk .git directory stock git does, so tools on PATH see identical behaviour. An unported subcommand errors terse rather than falling through to stock git.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22960" y="2737485"/>
            <a:ext cx="2491740" cy="33889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9660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560445"/>
            <a:ext cx="1943100" cy="233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Vendored gitoxide, gix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737485"/>
            <a:ext cx="2491740" cy="33889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9660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560445"/>
            <a:ext cx="1943100" cy="233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RustRover, gh and cargo see identical behaviour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737485"/>
            <a:ext cx="2491740" cy="33889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9660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560445"/>
            <a:ext cx="1943100" cy="233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No fall-through shim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737485"/>
            <a:ext cx="2491740" cy="33889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9660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560445"/>
            <a:ext cx="1943100" cy="233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Pure-Rust, no openssl or curl toolchain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One daemon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daemon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One always-on process with state under ~/.zvcs replaces a previous per-repo daemon that had no reaper and multiplied immortal processes. The socket is ~/.zvcs/zvcs.sock.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Acceptor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Owns the UnixListener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Scheduler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Per-repo FIFO lanes, created lazily, dropped when idle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Watcher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notify-based; drives all autonomy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writer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Sole owner of the SQLite connection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More daemon threads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daemon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No timers and no polling: everything is reactive.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pool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Bounded, about num_cpus workers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Reaper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Idle-timeout shutdown for test daemons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Lifetime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Exits when its socket or pid file disappears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driver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The ~/.zvcs daemon is never idle-reaped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Wire protocol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protocol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Line-framed over the unix socket. The client id comes first; the repo key is the second field.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594360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1"/>
                          </a:solidFill>
                        </a:rPr>
                        <a:t>Verb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1"/>
                          </a:solidFill>
                        </a:rPr>
                        <a:t>Meaning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ACQUIRE, TRYACQUIRE &lt;id&gt; &lt;git-dir&gt;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Enqueue on the lane, or try without blocking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HOLDER &lt;git-dir&gt;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Who holds the lane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RELEASE &lt;id&gt;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Release; next waiter granted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SUBMIT &lt;job-json&gt;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Queue an async job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JOBSTOP, JOBRESTART &lt;id&gt;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Cancel or re-enqueue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STATUS, STOP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Snapshot or shut down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Control surface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daemon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These are client-side wrappers over STATUS and STOP plus the pid file, so there are no new wire verbs.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10515600" cy="3098800"/>
          </a:xfrm>
          <a:prstGeom prst="roundRect">
            <a:avLst>
              <a:gd name="adj" fmla="val 3541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727960"/>
            <a:ext cx="9875520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zdaemon start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zdaemon restart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zdaemon ping    # exit 0 or 1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zdaemon info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zdaemon log -n 50 -f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Concurrency model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topology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Each submodule is its own repository with its own index and its own index.lock, so a commit inside one touches only its index: about 162 independent FIFO lanes, fully parallel.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Lanes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One per repo; nested submodules add more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The root index is the one shared resource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Coalescing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N pending pointer bumps become one root commit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status and diff never persist the stat refresh, so they take no lock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Foreign locks and ref races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topology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zvcs fairness is the daemon FIFO. Interop with stock git and IDEs is layered above the index writer.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lock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Polls for ZVCS_INDEX_LOCK_WAIT_MS, default 2 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held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Queued as a job rather than failing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 race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Loser's compare-and-swap is queued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error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The caller never sees it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Never poll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autonomy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daemon watches local files only and reacts. GitHub is never contacted by the daemon. A git pull run by an agent updates local refs, which fires the watcher.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moves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.git/modules/&lt;sub&gt;/logs/HEAD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or pull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.git/modules/&lt;sub&gt;/refs/remotes/origin/main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interval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A debounce window, not a poll period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Only local ref changes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Detached-HEAD elimination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autonomy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daemon guarantees every submodule is attached to main. A clean repo gets a full reconcile; a dirty one gets an in-place attach that is a pure ref operation.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Attach main and fast-forward to origin/main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Dirty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Point main at the current commit and make HEAD symbolic; worktree and index untouched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Never move main backward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Attach-scan on start and watcher re-attach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autobump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autonomy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On a submodule HEAD move, debounced and coalesced, the daemon bumps the parent gitlink to the submodule's local HEAD and commits it locally.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only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No network and no auth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Forward-only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Only when the submodule HEAD descends from the recorded pointer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Coalesced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One root commit per burst: zvcs: autobump &lt;n&gt; pointer(s)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Committed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Staging alone does not clear the marker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Never publishes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autonomy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Reactive reconcile uses the remote-tracking ref a local fetch already updated. There is no autopush: the operator controls all pushes.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Fetch-free, on remote-tracking change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Never automatic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Failures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Recorded and shown on the next git command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Rollback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Autonomy off means a pure fair-lock coordinator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Configuration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autonomy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All autonomy is gated by [zvcs] gitconfig and defaults off. Stock git ignores the keys.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1051560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727960"/>
            <a:ext cx="9875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[zvcs]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autoreconcile = true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autobump      = true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interval      = 2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autostatus    = true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watchmru      = 512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zconfig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autonomy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zconfig toggles the daemon's switches from the CLI and reloads a running daemon so the change takes effect at once.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zconfig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zconfig autobump on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zconfig all off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 SQLite ledger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ledger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Bundled SQLite in WAL mode, for cross-arch reproducibility on macOS aarch64 and Linux x86_64 and aarch64. The daemon's DB-writer thread is the sole writer.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Mutable state only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Jobs, events, claims, messages, repo status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Readers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zjobs, zjob and zrepos open it read-only and work with the daemon down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Index of git repositories, keyed on the symlink-resolved git dir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Every async job and the record behind notify-on-next-command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Derived answers are caches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ledger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4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Tree diffs, blames and abbreviations are pure functions of the inputs their key names. No event can invalidate an entry, because an entry whose inputs changed is found under a different key.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22960" y="2737485"/>
            <a:ext cx="2491740" cy="33889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9660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560445"/>
            <a:ext cx="1943100" cy="233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Zero-copy rkyv images under ~/.zvcs/cache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737485"/>
            <a:ext cx="2491740" cy="33889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9660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Abbreviation key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560445"/>
            <a:ext cx="1943100" cy="233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Carries a store generation stamp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737485"/>
            <a:ext cx="2491740" cy="33889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9660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in the ledger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560445"/>
            <a:ext cx="1943100" cy="233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Caches are derived, not coordinated state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737485"/>
            <a:ext cx="2491740" cy="33889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9660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560445"/>
            <a:ext cx="1943100" cy="233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Off the caller's critical path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Crawler and index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ledger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crawler discovers .git directories and the meta repo's own submodule walk feeds the index. Discovery is additive, so it is paired with a prune.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Whole-device, permission-denied paths logged and skipped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Prune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Every crawl, at startup and on the hourly housekeeping timer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Job and event history detached, not deleted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demand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git zreindex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Async queue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queue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zcommit and zpush submit fire-and-forget jobs to the daemon. A bounded worker pool executes them and a push pre-flight refuses a non-fast-forward before enqueue.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Kinds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commit, push, sync, bump, reconcile, crawl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queued, running, done, failed, stopped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zjob stop and zjob restart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Synchronous when no daemon is running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Failure surfacing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queue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Headless failures are recorded to the ledger and delivered on your next git command, scoped to the session.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db::record_failure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Notify on next command, to stderr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ZVCS_SESSION attribution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Marker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notified_at stays NULL until shown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Coordination verbs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fleet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Each is fast-forward only and skips a dirty worktree.</a:t>
            </a:r>
            <a:endParaRPr lang="en-US" sz="2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406640"/>
              </a:tblGrid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Verb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What it does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zsync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Reconcile submodules to mainline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zbump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Forward-only gitlink bumps, committed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zup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The whole tree to latest origin/main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zattach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Re-attach detached HEADs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zpull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Fetch and fast-forward every indexed repo in parallel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Selectors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fleet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 shared [selectors] grammar the fleet verbs accept, ANDed together.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bare path pattern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--dirty, --ahead, --behind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--claimed, --session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zforeach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zforeach [selectors] -- &lt;cmd&gt; runs in parallel on a bounded pool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Tree-wide stash and snapshots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fleet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One name covers every repo in the tree.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zstash, zunstash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Park and restore uncommitted work as one unit, LIFO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HEAD only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 moved HEAD is reported and its stash kept intact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zsnapshot, zrestore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HEAD of the repo and every nested submodule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Restore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Discards tracked changes, keeps untracked files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Isolated worktrees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fleet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zworktree add gives each agent a complete, object-sharing worktree of the repo and all nested submodules at ~/.zvcs/worktrees/&lt;name&gt;, each on a zwt/&lt;name&gt; branch. No re-clone.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Agents cannot collide on files, index or HEAD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Objects are shared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Branches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zwt/&lt;name&gt; per submodule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list and remove &lt;name&gt;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Multi-agent coordination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fleet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Advisory per-repo leases, race-safe through the database primary key.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zclaim, zunclaim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Signal that you are working this repo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zwho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Who holds what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zpin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Freeze a repo from autonomy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zbroadcast, zhandoff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Messages and claim hand-off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Live monitoring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fleet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These read the daemon-maintained status cache, so a frame is not a live walk.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ztop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htop-style monitor; 31 colourschemes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zcommands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Every git command run across the fleet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zevents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Commits, reconciles and status changes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zdashboard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One-screen health summary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Triggers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fleet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9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ztrigger watches any directory, git repo or not, and runs a command on any file change. One file action emits several events, so a leading-edge throttle collapses a save into one fire.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2785110"/>
            <a:ext cx="10515600" cy="2489200"/>
          </a:xfrm>
          <a:prstGeom prst="roundRect">
            <a:avLst>
              <a:gd name="adj" fmla="val 440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13710"/>
            <a:ext cx="987552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ztrigger ~/src/api 'make test'</a:t>
            </a:r>
            <a:endParaRPr lang="en-US" sz="2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ztrigger list</a:t>
            </a:r>
            <a:endParaRPr lang="en-US" sz="2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ztrigger tail</a:t>
            </a:r>
            <a:endParaRPr lang="en-US" sz="2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ztrigger top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548630"/>
            <a:ext cx="1051560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Default throttle 500 ms; fires are logged to ~/.zvcs/fires.log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AOP and policy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fleet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Every git invocation passes through the one binary, so advice and policy can wrap any command.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zintercept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before, after or around advice, ported from zshrs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zguard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Deny or warn on a matching command before it runs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zaudit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Query the command log by agent, repo or command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One stat when none are set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Benchmarks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bench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Same repository, same commands, same machine, interleaved in one run. zshrs repository with 6,376 commits, stock git 2.50.1, 18 cores, release build, machine busy.</a:t>
            </a:r>
            <a:endParaRPr lang="en-US" sz="23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832735"/>
          <a:ext cx="10515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03120"/>
                <a:gridCol w="2103120"/>
                <a:gridCol w="2103120"/>
              </a:tblGrid>
              <a:tr h="5489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Command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zvcs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git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Ratio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9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git log --stat -n 30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8.3 ms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133.2 ms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16.05x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9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git status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20.0 ms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207.4 ms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10.37x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9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git blame README.md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8.4 ms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38.2 ms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4.55x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9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git log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22.3 ms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73.9 ms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3.31x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9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git ls-files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8.3 ms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11.2 ms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1.35x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Three levers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bench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Only the first is ordinary optimisation.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3383280" cy="4008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core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283464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 worker pool over work git does single-threaded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389120" y="2118360"/>
            <a:ext cx="3383280" cy="4008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2346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941320"/>
            <a:ext cx="283464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Memory-mapped rkyv images, a hit is a binary search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7955280" y="2118360"/>
            <a:ext cx="3383280" cy="4008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2346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Precompute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2941320"/>
            <a:ext cx="283464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The daemon warms caches on ref change; git runs nothing between commands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Cold versus warm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bench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Cold means the cache is deleted before every run, which is the worst case and not what a running daemon leaves you in.</a:t>
            </a:r>
            <a:endParaRPr lang="en-US" sz="2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67610"/>
          <a:ext cx="10515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03120"/>
                <a:gridCol w="2103120"/>
                <a:gridCol w="21031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Command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zvcs cold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zvcs warm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git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git log --stat -n 30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121.6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8.2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142.0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git log --stat -n 150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432.2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12.0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544.0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git blame README.md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72.1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10.4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43.7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Output stays identical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bench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Speed must not change bytes. Compression is a transcription of zlib's deflate, and ZVCS_THREADS=1 produces byte-identical output.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Deflate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gix_zlib::deflate from zlib's deflate.c and trees.c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Packs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Same bytes git would write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Threads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Sequential and parallel agree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Cold blame loses to git by about 1.7x until cached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Plugins with znative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Ported from the zshrs package manager of the same name. One content-addressed store under $ZVCS_HOME/pkg, no per-project manifest, two kinds.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 Rust cdylib on the stable znative C ABI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 repo of git-&lt;verb&gt; executables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Through the binary's own native clone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Each install is SHA-256 pinned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Resolution order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plugin verb resolves after built-ins and aliases and before the PATH lookup, so it cannot shadow a git command by accident.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Built-in verbs and aliases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Plugin verbs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git-&lt;verb&gt; on PATH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Override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 native plugin may wrap a built-in and call the host for the original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Examples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Three runnable plugins ship in examples/.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3383280" cy="4008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plugin-hello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283464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The minimum, plus a verb override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389120" y="2118360"/>
            <a:ext cx="3383280" cy="4008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2346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plugin-wip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941320"/>
            <a:ext cx="283464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git wip composing add and commit through the host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7955280" y="2118360"/>
            <a:ext cx="3383280" cy="4008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2346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plugin-todo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2941320"/>
            <a:ext cx="283464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The script kind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Honest status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status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9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Early and in active development. Coverage means a subcommand is dispatched natively; parity means its output and repository state match stock git. Parity is the number that matters.</a:t>
            </a:r>
            <a:endParaRPr lang="en-US" sz="2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785110"/>
          <a:ext cx="10515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5943600"/>
              </a:tblGrid>
              <a:tr h="668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1"/>
                          </a:solidFill>
                        </a:rPr>
                        <a:t>Layer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1"/>
                          </a:solidFill>
                        </a:rPr>
                        <a:t>State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Daemon, lanes, autonomy, ledger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Built and tested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Fleet verbs, snapshots, worktrees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Built and tested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Git-compat depth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Varies per subcommand; see the parity report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Foreign-SCM bridges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Skeletons that name the missing substrate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Help wanted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contributing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Pick the smallest thing verifiable against stock git.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18360"/>
            <a:ext cx="10515600" cy="400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bg2"/>
                </a:solidFill>
              </a:rPr>
              <a:t>Use it on a real submodule tree and report what breaks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bg2"/>
                </a:solidFill>
              </a:rPr>
              <a:t>Run the parity harness and report divergences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bg2"/>
                </a:solidFill>
              </a:rPr>
              <a:t>Port the remaining flags of a partial subcommand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bg2"/>
                </a:solidFill>
              </a:rPr>
              <a:t>Review the lane lock and wire protocol for races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bg2"/>
                </a:solidFill>
              </a:rPr>
              <a:t>Write a plugin from examples/plugin-hello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Install again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/ install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Repost of the install, as promised.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10515600" cy="2570480"/>
          </a:xfrm>
          <a:prstGeom prst="roundRect">
            <a:avLst>
              <a:gd name="adj" fmla="val 4269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346960"/>
            <a:ext cx="9875520" cy="211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menketechnologies/menketech/zvcs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zshadow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 "$(zvcs zshadow)"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zdoctor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zvcs_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548640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60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github.com/MenkeTechnologies/zvcs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shrs talk">
  <a:themeElements>
    <a:clrScheme name="zshrs talk">
      <a:dk1>
        <a:srgbClr val="05050A"/>
      </a:dk1>
      <a:lt1>
        <a:srgbClr val="0D0A1E"/>
      </a:lt1>
      <a:dk2>
        <a:srgbClr val="11112A"/>
      </a:dk2>
      <a:lt2>
        <a:srgbClr val="E6F4FF"/>
      </a:lt2>
      <a:accent1>
        <a:srgbClr val="05D9E8"/>
      </a:accent1>
      <a:accent2>
        <a:srgbClr val="05D9E8"/>
      </a:accent2>
      <a:accent3>
        <a:srgbClr val="FF2A6D"/>
      </a:accent3>
      <a:accent4>
        <a:srgbClr val="D300C5"/>
      </a:accent4>
      <a:accent5>
        <a:srgbClr val="9A9AB8"/>
      </a:accent5>
      <a:accent6>
        <a:srgbClr val="6A6A8C"/>
      </a:accent6>
      <a:hlink>
        <a:srgbClr val="05D9E8"/>
      </a:hlink>
      <a:folHlink>
        <a:srgbClr val="9A9AB8"/>
      </a:folHlink>
    </a:clrScheme>
    <a:fontScheme name="zshrs ta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zvcs: a git that coordinates</dc:title>
  <dc:subject>PptxGenJS Presentation</dc:subject>
  <dc:creator>PptxGenJS</dc:creator>
  <cp:lastModifiedBy>PptxGenJS</cp:lastModifiedBy>
  <cp:revision>1</cp:revision>
  <dcterms:created xsi:type="dcterms:W3CDTF">2026-10-10T00:52:00Z</dcterms:created>
  <dcterms:modified xsi:type="dcterms:W3CDTF">2026-10-10T00:52:00Z</dcterms:modified>
</cp:coreProperties>
</file>